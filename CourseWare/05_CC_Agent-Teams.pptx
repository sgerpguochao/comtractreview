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93400" cy="7556500"/>
  <p:notesSz cx="75565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0954"/>
            <a:ext cx="10693400" cy="60145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2026-03-12T02:43:04Z</dcterms:created>
  <dcterms:modified xsi:type="dcterms:W3CDTF">2026-03-12T02:43:04Z</dcterms:modified>
</cp:coreProperties>
</file>